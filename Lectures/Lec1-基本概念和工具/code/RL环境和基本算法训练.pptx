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5" r:id="rId4"/>
    <p:sldId id="267" r:id="rId5"/>
    <p:sldId id="266" r:id="rId6"/>
    <p:sldId id="269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20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7.xml"/><Relationship Id="rId7" Type="http://schemas.openxmlformats.org/officeDocument/2006/relationships/image" Target="../media/image2.png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1.png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1" Type="http://schemas.openxmlformats.org/officeDocument/2006/relationships/image" Target="../media/image6.png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3" Type="http://schemas.openxmlformats.org/officeDocument/2006/relationships/image" Target="../media/image5.png"/><Relationship Id="rId12" Type="http://schemas.openxmlformats.org/officeDocument/2006/relationships/tags" Target="../tags/tag104.xml"/><Relationship Id="rId11" Type="http://schemas.openxmlformats.org/officeDocument/2006/relationships/image" Target="../media/image6.png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image" Target="../media/image8.png"/><Relationship Id="rId5" Type="http://schemas.openxmlformats.org/officeDocument/2006/relationships/tags" Target="../tags/tag107.xml"/><Relationship Id="rId4" Type="http://schemas.openxmlformats.org/officeDocument/2006/relationships/image" Target="../media/image7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image" Target="../media/image10.png"/><Relationship Id="rId2" Type="http://schemas.openxmlformats.org/officeDocument/2006/relationships/tags" Target="../tags/tag126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1.png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image" Target="../media/image1.png"/><Relationship Id="rId4" Type="http://schemas.openxmlformats.org/officeDocument/2006/relationships/tags" Target="../tags/tag139.xml"/><Relationship Id="rId3" Type="http://schemas.openxmlformats.org/officeDocument/2006/relationships/image" Target="../media/image11.png"/><Relationship Id="rId2" Type="http://schemas.openxmlformats.org/officeDocument/2006/relationships/tags" Target="../tags/tag138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image" Target="../media/image2.png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image" Target="../media/image14.png"/><Relationship Id="rId2" Type="http://schemas.openxmlformats.org/officeDocument/2006/relationships/tags" Target="../tags/tag175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image" Target="../media/image15.png"/><Relationship Id="rId2" Type="http://schemas.openxmlformats.org/officeDocument/2006/relationships/tags" Target="../tags/tag18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98.xml"/><Relationship Id="rId7" Type="http://schemas.openxmlformats.org/officeDocument/2006/relationships/image" Target="../media/image16.png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>
            <p:custDataLst>
              <p:tags r:id="rId2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3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6"/>
                </p:custDataLst>
              </p:nvPr>
            </p:nvPicPr>
            <p:blipFill rotWithShape="1">
              <a:blip r:embed="rId7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3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4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 hasCustomPrompt="1"/>
            <p:custDataLst>
              <p:tags r:id="rId15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4" hasCustomPrompt="1"/>
            <p:custDataLst>
              <p:tags r:id="rId16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 userDrawn="1">
            <p:custDataLst>
              <p:tags r:id="rId7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6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角 13"/>
          <p:cNvSpPr/>
          <p:nvPr userDrawn="1">
            <p:custDataLst>
              <p:tags r:id="rId14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3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6" Type="http://schemas.openxmlformats.org/officeDocument/2006/relationships/theme" Target="../theme/theme2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08.xml"/><Relationship Id="rId2" Type="http://schemas.openxmlformats.org/officeDocument/2006/relationships/image" Target="../media/image12.png"/><Relationship Id="rId1" Type="http://schemas.openxmlformats.org/officeDocument/2006/relationships/tags" Target="../tags/tag20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20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09.xml><?xml version="1.0" encoding="utf-8"?>
<p:tagLst xmlns:p="http://schemas.openxmlformats.org/presentationml/2006/main">
  <p:tag name="COMMONDATA" val="eyJoZGlkIjoiNWE0MzEyMGY4NDk1YzhmNTBlNjJiNDJhYjA4YTk3NDY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汉仪旗黑-85S</vt:lpstr>
      <vt:lpstr>黑体</vt:lpstr>
      <vt:lpstr>Viner Hand ITC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段世红</cp:lastModifiedBy>
  <cp:revision>157</cp:revision>
  <dcterms:created xsi:type="dcterms:W3CDTF">2019-06-19T02:08:00Z</dcterms:created>
  <dcterms:modified xsi:type="dcterms:W3CDTF">2023-04-21T15:43:31Z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2714BC2042754196817988410A36725A</vt:lpwstr>
  </property>
</Properties>
</file>